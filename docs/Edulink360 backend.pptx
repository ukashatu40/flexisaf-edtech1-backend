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0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Edulink360 backend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Ogbon Akpoyovwire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Ukashatu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abudllahi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6894" y="861331"/>
            <a:ext cx="3442618" cy="483290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bAckend</a:t>
            </a:r>
            <a:r>
              <a:rPr lang="en-US" dirty="0">
                <a:solidFill>
                  <a:srgbClr val="FFFFFF"/>
                </a:solidFill>
              </a:rPr>
              <a:t> responsibilities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FA1337-8607-68B9-45F0-3B18A747DD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41303" y="769270"/>
            <a:ext cx="469158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User registration and authentication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Role-based access (Student / Teacher)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Classroom and assignment management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File uploads (credentials, submissions)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Messaging and notifications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Career guidance data access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39E4F-EE09-94DF-18AF-A832FDDD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FC5621B-93F4-5DE6-535B-395242077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6068E-76F9-43C4-ED0F-14380468E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83" y="57107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+mn-lt"/>
              </a:rPr>
              <a:t>Framework: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Spring Boot 3.x (Java 17)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b="1" dirty="0">
                <a:solidFill>
                  <a:schemeClr val="bg1"/>
                </a:solidFill>
                <a:latin typeface="+mn-lt"/>
              </a:rPr>
              <a:t>Database: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PostgreSQL (JPA Hibernate)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b="1" dirty="0">
                <a:solidFill>
                  <a:schemeClr val="bg1"/>
                </a:solidFill>
                <a:latin typeface="+mn-lt"/>
              </a:rPr>
              <a:t>Security: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Spring Security + JWT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b="1" dirty="0">
                <a:solidFill>
                  <a:schemeClr val="bg1"/>
                </a:solidFill>
                <a:latin typeface="+mn-lt"/>
              </a:rPr>
              <a:t>Build Tool: 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Maven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b="1" dirty="0">
                <a:solidFill>
                  <a:schemeClr val="bg1"/>
                </a:solidFill>
                <a:latin typeface="+mn-lt"/>
              </a:rPr>
              <a:t>Deployment: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Docker + Render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endParaRPr lang="en-US" sz="20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4191D5-7853-A990-D335-9426AD17B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4E926-F216-620B-EBDB-9CA87932F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3192866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9E78-A8E2-F6FC-3BB2-F60B08FA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BC71FFD-A9AA-A440-AA1E-B8468BF95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A3DEA1-D7FB-9CDB-E54F-0C4DC0F0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8741E-DD3E-343E-B9B4-70AD45E6F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80928F-C988-B51C-FB9D-A37700D3DC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00051" y="955889"/>
            <a:ext cx="51863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Controller layer – handles HTTP requests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Service layer – contains business logic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Repository layer – database access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Model layer – database entities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Security layer – authentication &amp;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85865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2259-EBD6-4464-2520-D5D631147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E299A73-E07E-9D00-C23A-ADCBB621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CC389D-8244-ABEB-1404-AE05536E7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1E108-9F6B-FE54-F67E-7F5D0A184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REQUEST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01C364-278D-7C4C-6FBE-314ECCC7A8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00051" y="1094391"/>
            <a:ext cx="43890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n-lt"/>
              </a:rPr>
              <a:t>- Client sends request to a REST endpoint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- Controller receives and validates input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- Service processes the request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- Repository interacts with the database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- Response is returned as JSON</a:t>
            </a:r>
          </a:p>
        </p:txBody>
      </p:sp>
    </p:spTree>
    <p:extLst>
      <p:ext uri="{BB962C8B-B14F-4D97-AF65-F5344CB8AC3E}">
        <p14:creationId xmlns:p14="http://schemas.microsoft.com/office/powerpoint/2010/main" val="3222427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72F8-7415-CD28-C417-B1258A14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D678202-69BA-4755-8832-849A6AEA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7814F98-CFA7-2123-1E6D-CAEB53441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C2D1F-C392-D0C5-BECA-FBF7655A5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Security and authentication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9500DE-B3C9-DC77-FC72-6EF86743077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20624" y="914906"/>
            <a:ext cx="460094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User logs in with email and password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Backend verifies credentials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JWT token is generated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Token is sent with future requests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Protected endpoints require valid token</a:t>
            </a:r>
          </a:p>
        </p:txBody>
      </p:sp>
    </p:spTree>
    <p:extLst>
      <p:ext uri="{BB962C8B-B14F-4D97-AF65-F5344CB8AC3E}">
        <p14:creationId xmlns:p14="http://schemas.microsoft.com/office/powerpoint/2010/main" val="3233284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E953-2009-AAAE-8B05-E8B2C960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096C795-C6D3-F53D-7E6D-26A25EC8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A90A4B-DD9C-4C00-DC6C-E3FBB8DF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52C36-E757-F402-FD27-F4AB84796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Controllers overview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54D117E-0D70-CE36-846F-51A67B6D62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00051" y="338731"/>
            <a:ext cx="247760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AuthController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TeacherController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AssignmentController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MessageController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NotificationController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CareerController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PortfolioController</a:t>
            </a:r>
          </a:p>
        </p:txBody>
      </p:sp>
    </p:spTree>
    <p:extLst>
      <p:ext uri="{BB962C8B-B14F-4D97-AF65-F5344CB8AC3E}">
        <p14:creationId xmlns:p14="http://schemas.microsoft.com/office/powerpoint/2010/main" val="1676930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A513-03FB-6B27-580B-4090EC39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9D1525B-3B70-1036-E33A-C32EA16CA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608D4A-7592-BB90-535E-14638F4EE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54D52-60F6-1FB0-0E02-5F54CEFA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Database models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91F8F3-D30B-D4D1-21E4-0D58A1A9D2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871414" y="322064"/>
            <a:ext cx="3114053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User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Role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Classroom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Assignment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Submission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Message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Notification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CareerStory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201152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69723-B1C0-D963-CAF8-8973220F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5BDBA42-552F-A162-9B63-FE5811D1A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BC19E4-AEE3-2305-B8E7-9E7AF0EF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1229D-86E6-6EF7-C065-4BAB21AB8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User model design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DAB41-6DFD-3CE9-1D4A-3E439458BE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36893" y="1257701"/>
            <a:ext cx="509274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Stores both students and teachers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Role enum defines behavior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Teacher-specific fields are optional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Single-table strategy simplifies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649704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BBBF-4E6E-0B3E-E602-912C66EC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74EE445-DF23-7E73-0B1F-99D09AF88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E4A4609-0192-2910-DC4B-29ACD4437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CED76-11CF-28CF-9F81-7CF9DF457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Validation and error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A59EFF-BBC5-BB7F-816A-45E6421EF4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822947" y="1324090"/>
            <a:ext cx="488795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Email uniqueness checked during registration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Try-catch used for authentication failures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Proper HTTP status codes returned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Database constraints enforce integrity</a:t>
            </a:r>
          </a:p>
        </p:txBody>
      </p:sp>
    </p:spTree>
    <p:extLst>
      <p:ext uri="{BB962C8B-B14F-4D97-AF65-F5344CB8AC3E}">
        <p14:creationId xmlns:p14="http://schemas.microsoft.com/office/powerpoint/2010/main" val="1328443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820C-F4B5-F6A0-DAEA-FAD8D27A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7FBCE91-BFC8-E953-76EE-68D95FF59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F81447-0B46-BD07-A04A-51C9D882E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8600F-E7E9-7C34-E428-93F05AC54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601152-A3C1-AB79-443B-BD74F50DB1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918364" y="1446727"/>
            <a:ext cx="481639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Entities mapped directly to tables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Relationships defined with annotations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Repositories provide CRUD operations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PostgreSQL ensures data consistency</a:t>
            </a:r>
          </a:p>
        </p:txBody>
      </p:sp>
    </p:spTree>
    <p:extLst>
      <p:ext uri="{BB962C8B-B14F-4D97-AF65-F5344CB8AC3E}">
        <p14:creationId xmlns:p14="http://schemas.microsoft.com/office/powerpoint/2010/main" val="4186833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CCC1-ACD7-065C-81B1-146B7421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E18093B-138E-37A3-B30B-C0718AC68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89B678-B57E-BD9B-F9AB-8560BC1D5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87CC8-850F-93BD-C91F-F6B54D136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 seeding and testing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617567-7DEC-C5B7-885A-A102F19831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227800" y="1353772"/>
            <a:ext cx="493632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Auto-creates test users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Seeds sample classrooms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Seeds assignments and submissions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Supports faster development and testing</a:t>
            </a:r>
          </a:p>
        </p:txBody>
      </p:sp>
    </p:spTree>
    <p:extLst>
      <p:ext uri="{BB962C8B-B14F-4D97-AF65-F5344CB8AC3E}">
        <p14:creationId xmlns:p14="http://schemas.microsoft.com/office/powerpoint/2010/main" val="921118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E1B1-3866-1383-8A43-E889440B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F0FC5B3-64DC-2592-C665-EA6F4F53A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E9A7F7E-0585-FE6C-08AA-2816DBD1E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4B457-A86F-96B2-ADFC-8292F9658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Deployment overview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FA716-B22C-8D51-8CCB-999C306B94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298825" y="1549455"/>
            <a:ext cx="50322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Backend hosted on Render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PostgreSQL managed database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Environment-based configuration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Public API endpoint for frontend use</a:t>
            </a:r>
          </a:p>
        </p:txBody>
      </p:sp>
    </p:spTree>
    <p:extLst>
      <p:ext uri="{BB962C8B-B14F-4D97-AF65-F5344CB8AC3E}">
        <p14:creationId xmlns:p14="http://schemas.microsoft.com/office/powerpoint/2010/main" val="3641044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881A-FE5B-B994-9156-52C320F1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FCADA5C-A9CE-765E-7B9D-C147CF936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520FDE-FF03-D80F-9389-91CF3A1BA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932BE-74EC-784C-C54C-F3253F047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Deployment overview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B6C12-2B78-4722-22ED-9E0AE41DDB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298825" y="1549455"/>
            <a:ext cx="50322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Backend hosted on Render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PostgreSQL managed database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Environment-based configuration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Public API endpoint for frontend use</a:t>
            </a:r>
          </a:p>
        </p:txBody>
      </p:sp>
    </p:spTree>
    <p:extLst>
      <p:ext uri="{BB962C8B-B14F-4D97-AF65-F5344CB8AC3E}">
        <p14:creationId xmlns:p14="http://schemas.microsoft.com/office/powerpoint/2010/main" val="396450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4BBE-2F01-6A63-E057-2B685074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30D190C-8D16-3E29-1433-BEDBD0347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EBCFE8-D4F7-4809-4947-462642280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D27A0-6984-96E6-2A0F-F7FA14846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BFEC03-1796-199F-D5DC-26F494A177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677728" y="1107192"/>
            <a:ext cx="655979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Backend is secure and structured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Supports multiple user roles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Clear API contract for frontend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Scalable foundation for future features</a:t>
            </a:r>
          </a:p>
        </p:txBody>
      </p:sp>
    </p:spTree>
    <p:extLst>
      <p:ext uri="{BB962C8B-B14F-4D97-AF65-F5344CB8AC3E}">
        <p14:creationId xmlns:p14="http://schemas.microsoft.com/office/powerpoint/2010/main" val="528722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E357-D704-06DD-59AB-0F766ED9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E1B920B-1693-AE23-39EC-2106D0018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BD45C-F542-AB21-FABC-8C2F5ACA5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Edulink360 backend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9EF7E-9835-FD05-E4F0-24024AE8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provides a reliable foundation for the platform, handling authentication, data management, and system integrity effectively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B4317-B73A-067F-36F9-E0EA996C6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6894" y="861331"/>
            <a:ext cx="3442618" cy="483290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33A9BF-EF01-4A25-9594-F4B1D4FAD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2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{C3C0D393-1E22-4E74-B078-BAAB156F4106}TFf0a5ceae-4542-492d-822e-d65a94fb0e1e3b562c5a_win32-009a0557e699</Template>
  <TotalTime>68</TotalTime>
  <Words>406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Calibri</vt:lpstr>
      <vt:lpstr>Franklin Gothic Book</vt:lpstr>
      <vt:lpstr>Custom</vt:lpstr>
      <vt:lpstr>Edulink360 backend</vt:lpstr>
      <vt:lpstr>User registration and authentication  Role-based access (Student / Teacher)  Classroom and assignment management  File uploads (credentials, submissions)  Messaging and notifications  Career guidance data access</vt:lpstr>
      <vt:lpstr>Framework: Spring Boot 3.x (Java 17)  Database: PostgreSQL (JPA Hibernate)  Security: Spring Security + JWT  Build Tool: Maven  Deployment: Docker + Render </vt:lpstr>
      <vt:lpstr>Controller layer – handles HTTP requests  Service layer – contains business logic  Repository layer – database access  Model layer – database entities  Security layer – authentication &amp; authorization</vt:lpstr>
      <vt:lpstr>- Client sends request to a REST endpoint  - Controller receives and validates input  - Service processes the request  - Repository interacts with the database  - Response is returned as JSON</vt:lpstr>
      <vt:lpstr>User logs in with email and password  Backend verifies credentials  JWT token is generated  Token is sent with future requests  Protected endpoints require valid token</vt:lpstr>
      <vt:lpstr>AuthController  StudentController  TeacherController  AssignmentController  MessageController  NotificationController  CareerController  PortfolioController</vt:lpstr>
      <vt:lpstr>User  Role  Classroom  Assignment  Submission  Message  Notification  CareerStory  Document</vt:lpstr>
      <vt:lpstr>Stores both students and teachers   Role enum defines behavior  Teacher-specific fields are optional  Single-table strategy simplifies authentication</vt:lpstr>
      <vt:lpstr>Email uniqueness checked during registration  Try-catch used for authentication failures  Proper HTTP status codes returned  Database constraints enforce integrity</vt:lpstr>
      <vt:lpstr>Entities mapped directly to tables  Relationships defined with annotations  Repositories provide CRUD operations  PostgreSQL ensures data consistency</vt:lpstr>
      <vt:lpstr>Auto-creates test users  Seeds sample classrooms  Seeds assignments and submissions  Supports faster development and testing</vt:lpstr>
      <vt:lpstr>Backend hosted on Render  PostgreSQL managed database  Environment-based configuration  Public API endpoint for frontend use</vt:lpstr>
      <vt:lpstr>Backend hosted on Render  PostgreSQL managed database  Environment-based configuration  Public API endpoint for frontend use</vt:lpstr>
      <vt:lpstr>Backend is secure and structured  Supports multiple user roles  Clear API contract for frontend  Scalable foundation for future features</vt:lpstr>
      <vt:lpstr>Edulink360 backend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Akpos Ogbon</dc:creator>
  <cp:lastModifiedBy>Akpos Ogbon</cp:lastModifiedBy>
  <cp:revision>2</cp:revision>
  <dcterms:created xsi:type="dcterms:W3CDTF">2025-12-15T21:25:19Z</dcterms:created>
  <dcterms:modified xsi:type="dcterms:W3CDTF">2025-12-15T22:34:07Z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